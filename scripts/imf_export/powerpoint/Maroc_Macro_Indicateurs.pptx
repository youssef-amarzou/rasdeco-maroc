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MAROC</a:t>
            </a:r>
          </a:p>
          <a:p>
            <a:pPr algn="ctr">
              <a:defRPr sz="1800">
                <a:solidFill>
                  <a:srgbClr val="FFD700"/>
                </a:solidFill>
              </a:defRPr>
            </a:pPr>
            <a:r>
              <a:t>Indicateurs macroeconomiques 1980-2029</a:t>
            </a:r>
            <a:br/>
            <a:r>
              <a:t>FMI World Economic Outlook (WEO) —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Croissance du PIB reel</a:t>
            </a:r>
          </a:p>
        </p:txBody>
      </p:sp>
      <p:pic>
        <p:nvPicPr>
          <p:cNvPr id="3" name="Picture 2" descr="_gdp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99999"/>
                </a:solidFill>
              </a:defRPr>
            </a:pPr>
            <a:r>
              <a:t>Source: FMI WEO (NGDP_RPCH). Periodes de recession (barres rouges) correspondant aux annees de croissance negative.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Inflation IPC</a:t>
            </a:r>
          </a:p>
        </p:txBody>
      </p:sp>
      <p:pic>
        <p:nvPicPr>
          <p:cNvPr id="3" name="Picture 2" descr="_inf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99999"/>
                </a:solidFill>
              </a:defRPr>
            </a:pPr>
            <a:r>
              <a:t>Source: FMI WEO (PCPIEPCH). La ligne pointillee verte represente la cible de 2% de Bank Al-Maghrib.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Taux de chomage</a:t>
            </a:r>
          </a:p>
        </p:txBody>
      </p:sp>
      <p:pic>
        <p:nvPicPr>
          <p:cNvPr id="3" name="Picture 2" descr="_unem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99999"/>
                </a:solidFill>
              </a:defRPr>
            </a:pPr>
            <a:r>
              <a:t>Source: FMI WEO (LUR). Taux selon les normes du Bureau International du Travail (BIT).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Dette publique et deficit budgetaire</a:t>
            </a:r>
          </a:p>
        </p:txBody>
      </p:sp>
      <p:pic>
        <p:nvPicPr>
          <p:cNvPr id="3" name="Picture 2" descr="_debt_defic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99999"/>
                </a:solidFill>
              </a:defRPr>
            </a:pPr>
            <a:r>
              <a:t>Source: FMI WEO (GGXWDG, GGXCNL). Deficit = net lending/borrowing de l'administration publique.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Balance courante</a:t>
            </a:r>
          </a:p>
        </p:txBody>
      </p:sp>
      <p:pic>
        <p:nvPicPr>
          <p:cNvPr id="3" name="Picture 2" descr="_current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99999"/>
                </a:solidFill>
              </a:defRPr>
            </a:pPr>
            <a:r>
              <a:t>Source: FMI WEO (BCA_NGDPD). Barres vertes = excedent, barres rouges = deficit.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PIB par habitant</a:t>
            </a:r>
          </a:p>
        </p:txBody>
      </p:sp>
      <p:pic>
        <p:nvPicPr>
          <p:cNvPr id="3" name="Picture 2" descr="_gdp_per_cap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999999"/>
                </a:solidFill>
              </a:defRPr>
            </a:pPr>
            <a:r>
              <a:t>Source: FMI WEO (NGDPDPC). PIB en USD courants divise par la population totale.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Tableau recapitulatif — Maroc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Croissance PIB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Inflation IPC (%)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6.09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1.16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2.09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Chomage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Dette/PIB (%)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69.57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68.22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67.14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65.84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Deficit/PIB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-3.45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-3.30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-3.48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-3.47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PIB/hab (USD)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4,525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4,763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5,198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5,107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Balance courante (%PIB)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-2.72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-3.01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-3.24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Investissement (%PIB)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28.72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29.05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29.39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29.79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Population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32.33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Exportations (var%)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5.52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7.36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4.71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3.90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t>Importations (var%)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999999"/>
                </a:solidFill>
              </a:defRPr>
            </a:pPr>
            <a:r>
              <a:t>Source: FMI World Economic Outlook (WEO) — Avril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5806" y="2057400"/>
            <a:ext cx="1932388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Merci</a:t>
            </a:r>
          </a:p>
          <a:p>
            <a:pPr algn="ctr">
              <a:defRPr sz="1800">
                <a:solidFill>
                  <a:srgbClr val="FFD700"/>
                </a:solidFill>
              </a:defRPr>
            </a:pPr>
            <a:r>
              <a:rPr lang="fr-FR" dirty="0"/>
              <a:t>AMARZOU Youssef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271</Words>
  <Application>Microsoft Office PowerPoint</Application>
  <PresentationFormat>On-screen Show (4:3)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Youssef AMARZOU</cp:lastModifiedBy>
  <cp:revision>2</cp:revision>
  <dcterms:created xsi:type="dcterms:W3CDTF">2013-01-27T09:14:16Z</dcterms:created>
  <dcterms:modified xsi:type="dcterms:W3CDTF">2026-07-28T18:46:49Z</dcterms:modified>
  <cp:category/>
</cp:coreProperties>
</file>